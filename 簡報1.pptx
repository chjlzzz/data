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4B1881-AD81-446D-3F1D-D8F776388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B1AEE70-8D37-422D-EFDF-D3D49388C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217C2D-7885-50B9-8507-15205E9E1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65E0-37F7-42C2-B9FE-44595BD4EFFB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3155AC-1613-B944-484E-C8E9ED8F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9B89AB-5BC1-E530-F8DE-93BCBCE7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8E2-5AD6-4CFE-AD44-F7BD109C93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3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DED9CA-F56C-E1B3-36C8-53D7A4C52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FC6930-8871-0F70-F253-06073CA77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DA25DE-4C60-A35F-97E0-AEA01DFB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65E0-37F7-42C2-B9FE-44595BD4EFFB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F41DBF-4D81-B483-7A77-57A975D6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80A384-426B-FF99-95FB-C181824A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8E2-5AD6-4CFE-AD44-F7BD109C93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586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C7B15C-6EAC-94A5-94B1-01FB66E0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CC5735-08BF-7379-7293-841075C9F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D4E1A6D-86CA-7E48-1723-B8BACE36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65E0-37F7-42C2-B9FE-44595BD4EFFB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3431F8-2648-424D-3AFB-9420B199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0CDE58-CE98-45A1-244E-FB7A0FD8C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8E2-5AD6-4CFE-AD44-F7BD109C93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40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6231C7-63DD-A752-D8D4-5F8643F6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EFF341-C9FF-418D-C44A-2460683D1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B53ACB9-6C6F-977D-5787-932422BAC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54391F-D53F-D3A9-03D0-0AF526C02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65E0-37F7-42C2-B9FE-44595BD4EFFB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FC2FF8-5515-4B2B-7C02-1583FF78B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158972-4DB0-1CC1-CE89-DCABF8DC0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8E2-5AD6-4CFE-AD44-F7BD109C93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042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907121-8FD6-39DD-E73B-5B4EAE94F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E2D78A-68CF-09BE-29F3-19C1B281C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E0F639-BA63-9F98-541A-6F5FD2321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5CBF83C-385A-795C-D7A2-5AC6D56EE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D216E98-9ADA-3329-09D0-2E7E6E8070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AF82221-FB25-1A09-B278-D59591F21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65E0-37F7-42C2-B9FE-44595BD4EFFB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0F00A01-DC58-13CB-6769-402E956C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A6F81DD-E476-DA39-2234-419C184F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8E2-5AD6-4CFE-AD44-F7BD109C93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6415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93170-80A1-15D9-6716-E72360495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DA5237F-C441-1C30-6B29-E47C96AD0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65E0-37F7-42C2-B9FE-44595BD4EFFB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1A7132-61C8-AECB-E60D-4A5DCA59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07C14E-9C40-255F-68CF-968477654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8E2-5AD6-4CFE-AD44-F7BD109C93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1401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7E64597-EB9F-2935-96C6-2574B4BD3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65E0-37F7-42C2-B9FE-44595BD4EFFB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9010DAC-0FC1-C7BC-5A07-E141E40F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5B1D98-9046-B8B9-B955-BE6B0B1E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8E2-5AD6-4CFE-AD44-F7BD109C93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33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1756B9-23A5-D160-E716-DAE2F51B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52E1DF-AB57-2AEE-49F6-C0DFDB927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21D9B30-0410-2033-5551-63D6136AB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799275-C740-080D-4458-45DF7CA8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65E0-37F7-42C2-B9FE-44595BD4EFFB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29BB962-CBC4-2EFA-E9FE-7098BA4D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849E61-A2B3-47BC-CAC2-8253E49C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8E2-5AD6-4CFE-AD44-F7BD109C93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13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FD19B0-7491-702D-7686-CB627B27A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6B3CE43-7BA5-1B22-18A9-C9BAC626B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3DD465-AF58-805C-D4F1-C04771939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512B820-0A88-48B7-615D-DB77CE5E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65E0-37F7-42C2-B9FE-44595BD4EFFB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1A1A90-6E09-AE36-C290-D5F53962F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B59D119-CBE6-2964-A4CD-D6E48C8A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8E2-5AD6-4CFE-AD44-F7BD109C93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720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18D352-B353-5292-7A84-26989F61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EFBB476-A813-9C01-0D45-9AB9D4CEB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DAEBA6D-9FD4-2627-38AA-CBAB59D25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65E0-37F7-42C2-B9FE-44595BD4EFFB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0565AC-10F1-2E27-DB5E-B5B3E028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E12679-800C-AA8F-1A20-4B06F1C2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8E2-5AD6-4CFE-AD44-F7BD109C93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5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664FA2C-9C45-A41C-C4A1-FB18DA8279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A03114-763C-AEF0-75B6-67EFC5F42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4B89B3-936B-27CE-F208-02328CB0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65E0-37F7-42C2-B9FE-44595BD4EFFB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6FC63F-474C-E68B-2A73-82070B11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31B9EC-7D2E-5D17-B445-7A15ED27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8E2-5AD6-4CFE-AD44-F7BD109C93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3997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3F486A5-0634-6E81-D0D2-F4C31BC5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CEA28C-4891-325D-2C67-5DFE94EFD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9C748D-C8D9-AA4A-A127-BC9139A6A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B65E0-37F7-42C2-B9FE-44595BD4EFFB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453F58-2E6B-ADAC-D0BD-A970E3A1D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578726-F1CB-06EB-03AF-B20427887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0E8E2-5AD6-4CFE-AD44-F7BD109C93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636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群組 70">
            <a:extLst>
              <a:ext uri="{FF2B5EF4-FFF2-40B4-BE49-F238E27FC236}">
                <a16:creationId xmlns:a16="http://schemas.microsoft.com/office/drawing/2014/main" id="{B9645EA3-69F2-ADFF-DB7D-E7688F335794}"/>
              </a:ext>
            </a:extLst>
          </p:cNvPr>
          <p:cNvGrpSpPr/>
          <p:nvPr/>
        </p:nvGrpSpPr>
        <p:grpSpPr>
          <a:xfrm>
            <a:off x="159902" y="155785"/>
            <a:ext cx="2278698" cy="1918298"/>
            <a:chOff x="159902" y="155785"/>
            <a:chExt cx="2278698" cy="1918298"/>
          </a:xfrm>
        </p:grpSpPr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1E8E4056-473B-5AE1-5454-704E9E6DB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902" y="286944"/>
              <a:ext cx="2278698" cy="1787139"/>
            </a:xfrm>
            <a:prstGeom prst="rect">
              <a:avLst/>
            </a:prstGeom>
          </p:spPr>
        </p:pic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7EAC4E0-FB3F-F967-3532-0E764F3E7894}"/>
                </a:ext>
              </a:extLst>
            </p:cNvPr>
            <p:cNvSpPr/>
            <p:nvPr/>
          </p:nvSpPr>
          <p:spPr>
            <a:xfrm>
              <a:off x="254599" y="155785"/>
              <a:ext cx="2089304" cy="2623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Bayer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RG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8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B3775CEF-C97A-A5C5-8AC1-18FCC35574A9}"/>
              </a:ext>
            </a:extLst>
          </p:cNvPr>
          <p:cNvGrpSpPr/>
          <p:nvPr/>
        </p:nvGrpSpPr>
        <p:grpSpPr>
          <a:xfrm>
            <a:off x="2951146" y="161419"/>
            <a:ext cx="2278698" cy="1954580"/>
            <a:chOff x="2951146" y="161419"/>
            <a:chExt cx="2278698" cy="1954580"/>
          </a:xfrm>
        </p:grpSpPr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49C7BD0A-BDE7-F19B-EC9B-184951BCA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51146" y="286944"/>
              <a:ext cx="2278698" cy="1829055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E91D56B-F12A-9685-EA06-25B6F6C0CFA4}"/>
                </a:ext>
              </a:extLst>
            </p:cNvPr>
            <p:cNvSpPr/>
            <p:nvPr/>
          </p:nvSpPr>
          <p:spPr>
            <a:xfrm>
              <a:off x="3045843" y="161419"/>
              <a:ext cx="2089304" cy="2623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Bayer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RG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D3AAD276-DA7B-2988-99DB-365F477EA8D9}"/>
              </a:ext>
            </a:extLst>
          </p:cNvPr>
          <p:cNvGrpSpPr/>
          <p:nvPr/>
        </p:nvGrpSpPr>
        <p:grpSpPr>
          <a:xfrm>
            <a:off x="5742390" y="155785"/>
            <a:ext cx="2278698" cy="1960214"/>
            <a:chOff x="5742390" y="155785"/>
            <a:chExt cx="2278698" cy="1960214"/>
          </a:xfrm>
        </p:grpSpPr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A6C71DA5-6935-7475-49EE-954200A12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42390" y="286944"/>
              <a:ext cx="2278698" cy="1829055"/>
            </a:xfrm>
            <a:prstGeom prst="rect">
              <a:avLst/>
            </a:prstGeom>
          </p:spPr>
        </p:pic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948CEF66-9262-82F5-7D48-C89F9F1B011C}"/>
                </a:ext>
              </a:extLst>
            </p:cNvPr>
            <p:cNvSpPr/>
            <p:nvPr/>
          </p:nvSpPr>
          <p:spPr>
            <a:xfrm>
              <a:off x="5837087" y="155785"/>
              <a:ext cx="2089304" cy="2623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Bayer RG 10 Packed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D233A152-C017-505A-4EFF-93D49C3FA0C3}"/>
              </a:ext>
            </a:extLst>
          </p:cNvPr>
          <p:cNvGrpSpPr/>
          <p:nvPr/>
        </p:nvGrpSpPr>
        <p:grpSpPr>
          <a:xfrm>
            <a:off x="8533634" y="155785"/>
            <a:ext cx="2278698" cy="1960214"/>
            <a:chOff x="8533634" y="155785"/>
            <a:chExt cx="2278698" cy="1960214"/>
          </a:xfrm>
        </p:grpSpPr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6FCBDC9C-1FE0-AE6A-BDA3-3EFD941C8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33634" y="286944"/>
              <a:ext cx="2278698" cy="1829055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F5B519A-F142-FB8B-D437-5459B579A7F7}"/>
                </a:ext>
              </a:extLst>
            </p:cNvPr>
            <p:cNvSpPr/>
            <p:nvPr/>
          </p:nvSpPr>
          <p:spPr>
            <a:xfrm>
              <a:off x="8628331" y="155785"/>
              <a:ext cx="2089304" cy="2623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Bayer RG 12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D86D743B-E9AA-2DC8-93C2-7328C38DD136}"/>
              </a:ext>
            </a:extLst>
          </p:cNvPr>
          <p:cNvGrpSpPr/>
          <p:nvPr/>
        </p:nvGrpSpPr>
        <p:grpSpPr>
          <a:xfrm>
            <a:off x="159902" y="2227189"/>
            <a:ext cx="2278698" cy="1960214"/>
            <a:chOff x="159902" y="2227189"/>
            <a:chExt cx="2278698" cy="1960214"/>
          </a:xfrm>
        </p:grpSpPr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id="{60074C0D-9304-F94C-71A5-6D5E2A2F8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9902" y="2358348"/>
              <a:ext cx="2278698" cy="1829055"/>
            </a:xfrm>
            <a:prstGeom prst="rect">
              <a:avLst/>
            </a:prstGeom>
          </p:spPr>
        </p:pic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4F0729B8-ACA3-73D0-972D-8D34C496BAD8}"/>
                </a:ext>
              </a:extLst>
            </p:cNvPr>
            <p:cNvSpPr/>
            <p:nvPr/>
          </p:nvSpPr>
          <p:spPr>
            <a:xfrm>
              <a:off x="254599" y="2227189"/>
              <a:ext cx="2089304" cy="2623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Bayer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RG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12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Packed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F56844AA-9D86-BE76-4DB8-6D8C133873F1}"/>
              </a:ext>
            </a:extLst>
          </p:cNvPr>
          <p:cNvGrpSpPr/>
          <p:nvPr/>
        </p:nvGrpSpPr>
        <p:grpSpPr>
          <a:xfrm>
            <a:off x="2951146" y="2227189"/>
            <a:ext cx="2278698" cy="1918298"/>
            <a:chOff x="2951146" y="2227189"/>
            <a:chExt cx="2278698" cy="1918298"/>
          </a:xfrm>
        </p:grpSpPr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BF36D62C-7458-5C36-D4C8-C5824E85A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51146" y="2358348"/>
              <a:ext cx="2278698" cy="1787139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E4A9C200-D022-F541-9276-B34E92098EBC}"/>
                </a:ext>
              </a:extLst>
            </p:cNvPr>
            <p:cNvSpPr/>
            <p:nvPr/>
          </p:nvSpPr>
          <p:spPr>
            <a:xfrm>
              <a:off x="3045843" y="2227189"/>
              <a:ext cx="2089304" cy="2623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BGR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8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3FBC2FC4-EC3A-A893-50F9-67936CC6F63F}"/>
              </a:ext>
            </a:extLst>
          </p:cNvPr>
          <p:cNvGrpSpPr/>
          <p:nvPr/>
        </p:nvGrpSpPr>
        <p:grpSpPr>
          <a:xfrm>
            <a:off x="5742390" y="2227188"/>
            <a:ext cx="2278698" cy="1918298"/>
            <a:chOff x="5742390" y="2227188"/>
            <a:chExt cx="2278698" cy="1918298"/>
          </a:xfrm>
        </p:grpSpPr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B65FE60E-6DDE-5D4D-E7C3-DD57DB179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42390" y="2358347"/>
              <a:ext cx="2278698" cy="1787139"/>
            </a:xfrm>
            <a:prstGeom prst="rect">
              <a:avLst/>
            </a:prstGeom>
          </p:spPr>
        </p:pic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7843A1C1-AB0D-FF09-3896-9289857F4BDC}"/>
                </a:ext>
              </a:extLst>
            </p:cNvPr>
            <p:cNvSpPr/>
            <p:nvPr/>
          </p:nvSpPr>
          <p:spPr>
            <a:xfrm>
              <a:off x="5837087" y="2227188"/>
              <a:ext cx="2089304" cy="2623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Mono 8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9D9220F1-0254-671E-53F6-200BBAE8AEF3}"/>
              </a:ext>
            </a:extLst>
          </p:cNvPr>
          <p:cNvGrpSpPr/>
          <p:nvPr/>
        </p:nvGrpSpPr>
        <p:grpSpPr>
          <a:xfrm>
            <a:off x="8533634" y="2227187"/>
            <a:ext cx="2278698" cy="1918298"/>
            <a:chOff x="8533634" y="2227187"/>
            <a:chExt cx="2278698" cy="1918298"/>
          </a:xfrm>
        </p:grpSpPr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116FA6C3-BA72-BEBE-2B49-9144B1636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33634" y="2358346"/>
              <a:ext cx="2278698" cy="1787139"/>
            </a:xfrm>
            <a:prstGeom prst="rect">
              <a:avLst/>
            </a:prstGeom>
          </p:spPr>
        </p:pic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E882BD24-67EA-8912-DCC0-8E915826F8A7}"/>
                </a:ext>
              </a:extLst>
            </p:cNvPr>
            <p:cNvSpPr/>
            <p:nvPr/>
          </p:nvSpPr>
          <p:spPr>
            <a:xfrm>
              <a:off x="8628331" y="2227187"/>
              <a:ext cx="2089304" cy="2623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Mono 10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82986A3B-E48E-2800-4305-730441EA2252}"/>
              </a:ext>
            </a:extLst>
          </p:cNvPr>
          <p:cNvGrpSpPr/>
          <p:nvPr/>
        </p:nvGrpSpPr>
        <p:grpSpPr>
          <a:xfrm>
            <a:off x="159902" y="4340509"/>
            <a:ext cx="2278698" cy="1918298"/>
            <a:chOff x="159902" y="4340509"/>
            <a:chExt cx="2278698" cy="1918298"/>
          </a:xfrm>
        </p:grpSpPr>
        <p:pic>
          <p:nvPicPr>
            <p:cNvPr id="55" name="圖片 54">
              <a:extLst>
                <a:ext uri="{FF2B5EF4-FFF2-40B4-BE49-F238E27FC236}">
                  <a16:creationId xmlns:a16="http://schemas.microsoft.com/office/drawing/2014/main" id="{8043DB63-660D-2E68-B2D6-41D0CAA44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9902" y="4471668"/>
              <a:ext cx="2278698" cy="1787139"/>
            </a:xfrm>
            <a:prstGeom prst="rect">
              <a:avLst/>
            </a:prstGeom>
          </p:spPr>
        </p:pic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6162C0E9-C74C-C87A-2E84-FE8B912D106C}"/>
                </a:ext>
              </a:extLst>
            </p:cNvPr>
            <p:cNvSpPr/>
            <p:nvPr/>
          </p:nvSpPr>
          <p:spPr>
            <a:xfrm>
              <a:off x="254599" y="4340509"/>
              <a:ext cx="2089304" cy="2623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Mono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12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F1ED40CC-FE83-7EEC-6F5E-DF8606F2214E}"/>
              </a:ext>
            </a:extLst>
          </p:cNvPr>
          <p:cNvGrpSpPr/>
          <p:nvPr/>
        </p:nvGrpSpPr>
        <p:grpSpPr>
          <a:xfrm>
            <a:off x="2951146" y="4340508"/>
            <a:ext cx="2278698" cy="1918298"/>
            <a:chOff x="2951146" y="4340508"/>
            <a:chExt cx="2278698" cy="1918298"/>
          </a:xfrm>
        </p:grpSpPr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64C76FAE-824E-6451-A5DA-84C5F82E7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951146" y="4471667"/>
              <a:ext cx="2278698" cy="1787139"/>
            </a:xfrm>
            <a:prstGeom prst="rect">
              <a:avLst/>
            </a:prstGeom>
          </p:spPr>
        </p:pic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D93CE393-34BC-D68E-FFCA-C89BB9B0FE4A}"/>
                </a:ext>
              </a:extLst>
            </p:cNvPr>
            <p:cNvSpPr/>
            <p:nvPr/>
          </p:nvSpPr>
          <p:spPr>
            <a:xfrm>
              <a:off x="3045843" y="4340508"/>
              <a:ext cx="2089304" cy="2623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RGB 8</a:t>
              </a:r>
            </a:p>
          </p:txBody>
        </p:sp>
      </p:grpSp>
      <p:grpSp>
        <p:nvGrpSpPr>
          <p:cNvPr id="81" name="群組 80">
            <a:extLst>
              <a:ext uri="{FF2B5EF4-FFF2-40B4-BE49-F238E27FC236}">
                <a16:creationId xmlns:a16="http://schemas.microsoft.com/office/drawing/2014/main" id="{CDD66606-9846-64EA-F0B3-FEE6CA6E957F}"/>
              </a:ext>
            </a:extLst>
          </p:cNvPr>
          <p:cNvGrpSpPr/>
          <p:nvPr/>
        </p:nvGrpSpPr>
        <p:grpSpPr>
          <a:xfrm>
            <a:off x="5742390" y="4340508"/>
            <a:ext cx="2278698" cy="1918298"/>
            <a:chOff x="5742390" y="4340508"/>
            <a:chExt cx="2278698" cy="1918298"/>
          </a:xfrm>
        </p:grpSpPr>
        <p:pic>
          <p:nvPicPr>
            <p:cNvPr id="64" name="圖片 63">
              <a:extLst>
                <a:ext uri="{FF2B5EF4-FFF2-40B4-BE49-F238E27FC236}">
                  <a16:creationId xmlns:a16="http://schemas.microsoft.com/office/drawing/2014/main" id="{0FFE126A-7C79-2524-B28A-40FC3C60B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742390" y="4471667"/>
              <a:ext cx="2278698" cy="1787139"/>
            </a:xfrm>
            <a:prstGeom prst="rect">
              <a:avLst/>
            </a:prstGeom>
          </p:spPr>
        </p:pic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225AA4B6-71C8-A75E-E61B-7C4EDDDE67C9}"/>
                </a:ext>
              </a:extLst>
            </p:cNvPr>
            <p:cNvSpPr/>
            <p:nvPr/>
          </p:nvSpPr>
          <p:spPr>
            <a:xfrm>
              <a:off x="5837087" y="4340508"/>
              <a:ext cx="2089304" cy="2623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YUV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422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Packed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1CFA635B-6EC6-63AE-3C52-5293A0B90F80}"/>
              </a:ext>
            </a:extLst>
          </p:cNvPr>
          <p:cNvGrpSpPr/>
          <p:nvPr/>
        </p:nvGrpSpPr>
        <p:grpSpPr>
          <a:xfrm>
            <a:off x="8533634" y="4340507"/>
            <a:ext cx="2278698" cy="1918298"/>
            <a:chOff x="8533634" y="4340507"/>
            <a:chExt cx="2278698" cy="1918298"/>
          </a:xfrm>
        </p:grpSpPr>
        <p:pic>
          <p:nvPicPr>
            <p:cNvPr id="69" name="圖片 68">
              <a:extLst>
                <a:ext uri="{FF2B5EF4-FFF2-40B4-BE49-F238E27FC236}">
                  <a16:creationId xmlns:a16="http://schemas.microsoft.com/office/drawing/2014/main" id="{77EE3F48-7FE6-1299-FCC7-10ED6A1EA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533634" y="4471666"/>
              <a:ext cx="2278698" cy="1787139"/>
            </a:xfrm>
            <a:prstGeom prst="rect">
              <a:avLst/>
            </a:prstGeom>
          </p:spPr>
        </p:pic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FE69BC23-177F-069B-3150-663134820EB9}"/>
                </a:ext>
              </a:extLst>
            </p:cNvPr>
            <p:cNvSpPr/>
            <p:nvPr/>
          </p:nvSpPr>
          <p:spPr>
            <a:xfrm>
              <a:off x="8628331" y="4340507"/>
              <a:ext cx="2089304" cy="2623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YUV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422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(YUYV)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Packed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5161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5BBC6-DCE3-59C8-63F3-10AE8F11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圖片 25">
            <a:extLst>
              <a:ext uri="{FF2B5EF4-FFF2-40B4-BE49-F238E27FC236}">
                <a16:creationId xmlns:a16="http://schemas.microsoft.com/office/drawing/2014/main" id="{89A62D6C-39AE-DBF4-8042-F521BA46A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191" y="1827063"/>
            <a:ext cx="1286266" cy="1109673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02EF76F8-65FD-BE70-B3C4-C9862660F4FE}"/>
              </a:ext>
            </a:extLst>
          </p:cNvPr>
          <p:cNvSpPr/>
          <p:nvPr/>
        </p:nvSpPr>
        <p:spPr>
          <a:xfrm>
            <a:off x="8237645" y="1661644"/>
            <a:ext cx="1179358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Bayer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RG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A1CA35A5-6E8D-0EFA-DA14-CB4BDF303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911" y="1823565"/>
            <a:ext cx="1286266" cy="1135700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53D8624E-5674-0747-D86A-AE9C959A8029}"/>
              </a:ext>
            </a:extLst>
          </p:cNvPr>
          <p:cNvSpPr/>
          <p:nvPr/>
        </p:nvSpPr>
        <p:spPr>
          <a:xfrm>
            <a:off x="9577365" y="1661644"/>
            <a:ext cx="1179358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Bayer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RG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954D2840-E892-778C-3FCB-C486CEF07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3911" y="3134630"/>
            <a:ext cx="1286266" cy="1135699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BA87CED5-2EEC-1761-0E8D-B8D0CAB24080}"/>
              </a:ext>
            </a:extLst>
          </p:cNvPr>
          <p:cNvSpPr/>
          <p:nvPr/>
        </p:nvSpPr>
        <p:spPr>
          <a:xfrm>
            <a:off x="9577365" y="2975927"/>
            <a:ext cx="1179358" cy="317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Bayer RG 10 Packed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5901D357-31D9-5C9F-3013-1216B8DCE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631" y="1827063"/>
            <a:ext cx="1286266" cy="113570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12D678B7-2FAB-ECBA-A2C1-854D1372D83D}"/>
              </a:ext>
            </a:extLst>
          </p:cNvPr>
          <p:cNvSpPr/>
          <p:nvPr/>
        </p:nvSpPr>
        <p:spPr>
          <a:xfrm>
            <a:off x="10917085" y="1661644"/>
            <a:ext cx="1179358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Bayer RG 12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D7A9578A-5755-2D0F-430E-10DF9F96B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631" y="3134630"/>
            <a:ext cx="1286266" cy="1135699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86197DF2-7527-1B2F-F54A-1D8D08340DA4}"/>
              </a:ext>
            </a:extLst>
          </p:cNvPr>
          <p:cNvSpPr/>
          <p:nvPr/>
        </p:nvSpPr>
        <p:spPr>
          <a:xfrm>
            <a:off x="10917085" y="2975927"/>
            <a:ext cx="1179358" cy="317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Bayer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RG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Packed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1DA5CDB4-AF33-49A1-26E6-D59A66C380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4191" y="3132056"/>
            <a:ext cx="1286266" cy="1109673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8A90B3A4-5B92-6C9E-B26D-29AD87CEFA93}"/>
              </a:ext>
            </a:extLst>
          </p:cNvPr>
          <p:cNvSpPr/>
          <p:nvPr/>
        </p:nvSpPr>
        <p:spPr>
          <a:xfrm>
            <a:off x="8237645" y="2980345"/>
            <a:ext cx="1179358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BGR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A53C253C-47F0-4472-9BC0-AD64675902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4191" y="5687488"/>
            <a:ext cx="1286266" cy="1109673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64E18D67-8487-B099-7462-DC56B6FA21DB}"/>
              </a:ext>
            </a:extLst>
          </p:cNvPr>
          <p:cNvSpPr/>
          <p:nvPr/>
        </p:nvSpPr>
        <p:spPr>
          <a:xfrm>
            <a:off x="8237645" y="5548938"/>
            <a:ext cx="1179358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Mono 8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9" name="圖片 48">
            <a:extLst>
              <a:ext uri="{FF2B5EF4-FFF2-40B4-BE49-F238E27FC236}">
                <a16:creationId xmlns:a16="http://schemas.microsoft.com/office/drawing/2014/main" id="{898F13CE-50B6-BD60-D03D-AC29C4F247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3911" y="5687489"/>
            <a:ext cx="1286266" cy="1109673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BD70EA15-E0E4-963C-667F-E506EBC0CC4F}"/>
              </a:ext>
            </a:extLst>
          </p:cNvPr>
          <p:cNvSpPr/>
          <p:nvPr/>
        </p:nvSpPr>
        <p:spPr>
          <a:xfrm>
            <a:off x="9577365" y="5548938"/>
            <a:ext cx="1179358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Mono 10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5" name="圖片 54">
            <a:extLst>
              <a:ext uri="{FF2B5EF4-FFF2-40B4-BE49-F238E27FC236}">
                <a16:creationId xmlns:a16="http://schemas.microsoft.com/office/drawing/2014/main" id="{183F74FA-AB14-2C39-6F64-AC6F377D9A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63631" y="5687489"/>
            <a:ext cx="1286266" cy="1109673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5E716E36-28F7-513F-6B35-A73A395D58DA}"/>
              </a:ext>
            </a:extLst>
          </p:cNvPr>
          <p:cNvSpPr/>
          <p:nvPr/>
        </p:nvSpPr>
        <p:spPr>
          <a:xfrm>
            <a:off x="10917085" y="5548938"/>
            <a:ext cx="1179358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Mono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9" name="圖片 58">
            <a:extLst>
              <a:ext uri="{FF2B5EF4-FFF2-40B4-BE49-F238E27FC236}">
                <a16:creationId xmlns:a16="http://schemas.microsoft.com/office/drawing/2014/main" id="{9A20CD4B-5AAB-F6A7-AF27-659A5D882D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4191" y="4419697"/>
            <a:ext cx="1286266" cy="1109673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22F4059F-6DE4-8342-A04A-38822EB3EC87}"/>
              </a:ext>
            </a:extLst>
          </p:cNvPr>
          <p:cNvSpPr/>
          <p:nvPr/>
        </p:nvSpPr>
        <p:spPr>
          <a:xfrm>
            <a:off x="8237645" y="4270329"/>
            <a:ext cx="1179358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RGB 8</a:t>
            </a:r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0E172E54-6A8B-4F67-9528-FF9C930C2E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3911" y="4419697"/>
            <a:ext cx="1286266" cy="1109673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3BFA226A-CCD4-69DB-F892-B42B405A3990}"/>
              </a:ext>
            </a:extLst>
          </p:cNvPr>
          <p:cNvSpPr/>
          <p:nvPr/>
        </p:nvSpPr>
        <p:spPr>
          <a:xfrm>
            <a:off x="9577365" y="4260995"/>
            <a:ext cx="1179358" cy="317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YUV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422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Packed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9" name="圖片 68">
            <a:extLst>
              <a:ext uri="{FF2B5EF4-FFF2-40B4-BE49-F238E27FC236}">
                <a16:creationId xmlns:a16="http://schemas.microsoft.com/office/drawing/2014/main" id="{D60727F4-D899-00C8-32E5-0269FC0DA0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63631" y="4429031"/>
            <a:ext cx="1286266" cy="1109673"/>
          </a:xfrm>
          <a:prstGeom prst="rect">
            <a:avLst/>
          </a:prstGeom>
        </p:spPr>
      </p:pic>
      <p:sp>
        <p:nvSpPr>
          <p:cNvPr id="70" name="矩形 69">
            <a:extLst>
              <a:ext uri="{FF2B5EF4-FFF2-40B4-BE49-F238E27FC236}">
                <a16:creationId xmlns:a16="http://schemas.microsoft.com/office/drawing/2014/main" id="{D7EBDCCF-9D47-DA61-CA7E-6D40337FB4D8}"/>
              </a:ext>
            </a:extLst>
          </p:cNvPr>
          <p:cNvSpPr/>
          <p:nvPr/>
        </p:nvSpPr>
        <p:spPr>
          <a:xfrm>
            <a:off x="10917085" y="4270329"/>
            <a:ext cx="1179358" cy="317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YUV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422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(YUYV)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Packed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992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E87D9-4DAB-FF27-AE5F-C6E9EE48C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圖片 25">
            <a:extLst>
              <a:ext uri="{FF2B5EF4-FFF2-40B4-BE49-F238E27FC236}">
                <a16:creationId xmlns:a16="http://schemas.microsoft.com/office/drawing/2014/main" id="{CF0BF6E7-376B-F428-92D4-EBD715805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626" y="1492259"/>
            <a:ext cx="1414893" cy="122064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B60F62B9-3E50-75B8-6937-DEC8833C1330}"/>
              </a:ext>
            </a:extLst>
          </p:cNvPr>
          <p:cNvSpPr/>
          <p:nvPr/>
        </p:nvSpPr>
        <p:spPr>
          <a:xfrm>
            <a:off x="7817425" y="1382324"/>
            <a:ext cx="1297294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Bayer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RG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81AD062C-6016-8CC4-FB8F-D98156391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319" y="1487459"/>
            <a:ext cx="1414893" cy="1249270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C81D9D56-912E-A3B4-2E24-8FEAA9A5A5DD}"/>
              </a:ext>
            </a:extLst>
          </p:cNvPr>
          <p:cNvSpPr/>
          <p:nvPr/>
        </p:nvSpPr>
        <p:spPr>
          <a:xfrm>
            <a:off x="9291118" y="1382323"/>
            <a:ext cx="1297294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Bayer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RG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29F53576-77C6-7F4A-751A-D58EAF05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19" y="2826517"/>
            <a:ext cx="1414893" cy="1249269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08A2D586-4F1D-6DE0-1B25-FBD7FCBF459B}"/>
              </a:ext>
            </a:extLst>
          </p:cNvPr>
          <p:cNvSpPr/>
          <p:nvPr/>
        </p:nvSpPr>
        <p:spPr>
          <a:xfrm>
            <a:off x="9291118" y="2724599"/>
            <a:ext cx="1297294" cy="317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Bayer RG 10 Packed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A821C31C-BC09-09E9-A4E8-5FFBE59C0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6012" y="1490957"/>
            <a:ext cx="1414893" cy="124927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C133A893-1A47-5C71-AA18-E5BC87E75B59}"/>
              </a:ext>
            </a:extLst>
          </p:cNvPr>
          <p:cNvSpPr/>
          <p:nvPr/>
        </p:nvSpPr>
        <p:spPr>
          <a:xfrm>
            <a:off x="10764811" y="1382323"/>
            <a:ext cx="1297294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Bayer RG 12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5C17FF51-84DD-3125-3461-EF6C8FFF44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6012" y="2826517"/>
            <a:ext cx="1414893" cy="1249269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94B37D21-7ED6-7935-E86E-8C310E7DE1A2}"/>
              </a:ext>
            </a:extLst>
          </p:cNvPr>
          <p:cNvSpPr/>
          <p:nvPr/>
        </p:nvSpPr>
        <p:spPr>
          <a:xfrm>
            <a:off x="10764811" y="2724599"/>
            <a:ext cx="1297294" cy="317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Bayer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RG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Packed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DF8949B7-AD6A-EDFB-910B-7A8E0CEFC2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8626" y="2825245"/>
            <a:ext cx="1414893" cy="1220640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A6531B07-8CA9-451C-3A25-234CCDAE975C}"/>
              </a:ext>
            </a:extLst>
          </p:cNvPr>
          <p:cNvSpPr/>
          <p:nvPr/>
        </p:nvSpPr>
        <p:spPr>
          <a:xfrm>
            <a:off x="7817425" y="2729018"/>
            <a:ext cx="1297294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BGR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4C5CEA9E-7A9F-1D72-52C4-CD813AC09A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8626" y="5501376"/>
            <a:ext cx="1414893" cy="1220640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14C4CB9B-EDD2-A623-6F0C-90893F8D580F}"/>
              </a:ext>
            </a:extLst>
          </p:cNvPr>
          <p:cNvSpPr/>
          <p:nvPr/>
        </p:nvSpPr>
        <p:spPr>
          <a:xfrm>
            <a:off x="7817425" y="5418310"/>
            <a:ext cx="1297294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Mono 8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9" name="圖片 48">
            <a:extLst>
              <a:ext uri="{FF2B5EF4-FFF2-40B4-BE49-F238E27FC236}">
                <a16:creationId xmlns:a16="http://schemas.microsoft.com/office/drawing/2014/main" id="{8DF4ABF3-EBB1-5867-D353-3A61E813BF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2319" y="5501376"/>
            <a:ext cx="1414893" cy="1220640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F63B6BA5-3829-FE54-D3EB-CCD4126F79BE}"/>
              </a:ext>
            </a:extLst>
          </p:cNvPr>
          <p:cNvSpPr/>
          <p:nvPr/>
        </p:nvSpPr>
        <p:spPr>
          <a:xfrm>
            <a:off x="9291118" y="5418309"/>
            <a:ext cx="1297294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Mono 10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5" name="圖片 54">
            <a:extLst>
              <a:ext uri="{FF2B5EF4-FFF2-40B4-BE49-F238E27FC236}">
                <a16:creationId xmlns:a16="http://schemas.microsoft.com/office/drawing/2014/main" id="{455C465D-6702-AF5B-A358-4DAD972A38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6012" y="5501376"/>
            <a:ext cx="1414893" cy="1220640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EC986565-8D8C-9564-E85D-F36150DBF3E0}"/>
              </a:ext>
            </a:extLst>
          </p:cNvPr>
          <p:cNvSpPr/>
          <p:nvPr/>
        </p:nvSpPr>
        <p:spPr>
          <a:xfrm>
            <a:off x="10764811" y="5418309"/>
            <a:ext cx="1297294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Mono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9" name="圖片 58">
            <a:extLst>
              <a:ext uri="{FF2B5EF4-FFF2-40B4-BE49-F238E27FC236}">
                <a16:creationId xmlns:a16="http://schemas.microsoft.com/office/drawing/2014/main" id="{043E26C0-DAA6-169E-96FD-A496144D12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8626" y="4169674"/>
            <a:ext cx="1414893" cy="1220640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7FA101E5-22B9-AF14-E8F8-7483718AB727}"/>
              </a:ext>
            </a:extLst>
          </p:cNvPr>
          <p:cNvSpPr/>
          <p:nvPr/>
        </p:nvSpPr>
        <p:spPr>
          <a:xfrm>
            <a:off x="7817425" y="4075790"/>
            <a:ext cx="1297294" cy="31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RGB 8</a:t>
            </a:r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D4E0F326-4699-85FA-EB7D-5E41DC2A03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2319" y="4169673"/>
            <a:ext cx="1414893" cy="122064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6337703E-757C-98BD-DD09-840F8CFEE44D}"/>
              </a:ext>
            </a:extLst>
          </p:cNvPr>
          <p:cNvSpPr/>
          <p:nvPr/>
        </p:nvSpPr>
        <p:spPr>
          <a:xfrm>
            <a:off x="9291118" y="4066455"/>
            <a:ext cx="1297294" cy="317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YUV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422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Packed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9" name="圖片 68">
            <a:extLst>
              <a:ext uri="{FF2B5EF4-FFF2-40B4-BE49-F238E27FC236}">
                <a16:creationId xmlns:a16="http://schemas.microsoft.com/office/drawing/2014/main" id="{4491FC4E-723E-4D4C-F3D4-FAA5BAFC60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06012" y="4179007"/>
            <a:ext cx="1414893" cy="1220640"/>
          </a:xfrm>
          <a:prstGeom prst="rect">
            <a:avLst/>
          </a:prstGeom>
        </p:spPr>
      </p:pic>
      <p:sp>
        <p:nvSpPr>
          <p:cNvPr id="70" name="矩形 69">
            <a:extLst>
              <a:ext uri="{FF2B5EF4-FFF2-40B4-BE49-F238E27FC236}">
                <a16:creationId xmlns:a16="http://schemas.microsoft.com/office/drawing/2014/main" id="{B822F9E5-4851-7937-76A7-D4B9E785A970}"/>
              </a:ext>
            </a:extLst>
          </p:cNvPr>
          <p:cNvSpPr/>
          <p:nvPr/>
        </p:nvSpPr>
        <p:spPr>
          <a:xfrm>
            <a:off x="10764811" y="4075789"/>
            <a:ext cx="1297294" cy="317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YUV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422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(YUYV)</a:t>
            </a:r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Packed</a:t>
            </a:r>
            <a:endParaRPr lang="zh-TW" altLang="en-US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108</Words>
  <Application>Microsoft Office PowerPoint</Application>
  <PresentationFormat>寬螢幕</PresentationFormat>
  <Paragraphs>36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AOI</dc:creator>
  <cp:lastModifiedBy>AOI</cp:lastModifiedBy>
  <cp:revision>3</cp:revision>
  <dcterms:created xsi:type="dcterms:W3CDTF">2026-01-15T04:01:18Z</dcterms:created>
  <dcterms:modified xsi:type="dcterms:W3CDTF">2026-01-15T05:06:07Z</dcterms:modified>
</cp:coreProperties>
</file>